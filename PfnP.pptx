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4"/>
    <p:sldMasterId id="2147483964" r:id="rId5"/>
  </p:sldMasterIdLst>
  <p:notesMasterIdLst>
    <p:notesMasterId r:id="rId13"/>
  </p:notesMasterIdLst>
  <p:sldIdLst>
    <p:sldId id="282" r:id="rId6"/>
    <p:sldId id="283" r:id="rId7"/>
    <p:sldId id="284" r:id="rId8"/>
    <p:sldId id="287" r:id="rId9"/>
    <p:sldId id="285" r:id="rId10"/>
    <p:sldId id="286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D66"/>
    <a:srgbClr val="262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7" autoAdjust="0"/>
    <p:restoredTop sz="80449" autoAdjust="0"/>
  </p:normalViewPr>
  <p:slideViewPr>
    <p:cSldViewPr snapToGrid="0" snapToObjects="1">
      <p:cViewPr varScale="1">
        <p:scale>
          <a:sx n="124" d="100"/>
          <a:sy n="124" d="100"/>
        </p:scale>
        <p:origin x="1164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Downie" userId="a5c9779c-6a4b-4ea5-a3cd-3c8ffdb229a9" providerId="ADAL" clId="{18A593ED-C514-43D8-94F2-DC3D775FA224}"/>
    <pc:docChg chg="undo custSel addSld delSld modSld sldOrd modMainMaster">
      <pc:chgData name="Jim Downie" userId="a5c9779c-6a4b-4ea5-a3cd-3c8ffdb229a9" providerId="ADAL" clId="{18A593ED-C514-43D8-94F2-DC3D775FA224}" dt="2026-04-27T10:13:56.162" v="265" actId="47"/>
      <pc:docMkLst>
        <pc:docMk/>
      </pc:docMkLst>
      <pc:sldChg chg="delSp modSp mod">
        <pc:chgData name="Jim Downie" userId="a5c9779c-6a4b-4ea5-a3cd-3c8ffdb229a9" providerId="ADAL" clId="{18A593ED-C514-43D8-94F2-DC3D775FA224}" dt="2026-04-23T14:32:40.898" v="165" actId="20577"/>
        <pc:sldMkLst>
          <pc:docMk/>
          <pc:sldMk cId="2969019620" sldId="270"/>
        </pc:sldMkLst>
        <pc:spChg chg="mod">
          <ac:chgData name="Jim Downie" userId="a5c9779c-6a4b-4ea5-a3cd-3c8ffdb229a9" providerId="ADAL" clId="{18A593ED-C514-43D8-94F2-DC3D775FA224}" dt="2026-04-23T14:32:40.898" v="165" actId="20577"/>
          <ac:spMkLst>
            <pc:docMk/>
            <pc:sldMk cId="2969019620" sldId="270"/>
            <ac:spMk id="5" creationId="{49A2333B-FED8-0CA3-34FF-831BAA934D1C}"/>
          </ac:spMkLst>
        </pc:spChg>
      </pc:sldChg>
      <pc:sldChg chg="del">
        <pc:chgData name="Jim Downie" userId="a5c9779c-6a4b-4ea5-a3cd-3c8ffdb229a9" providerId="ADAL" clId="{18A593ED-C514-43D8-94F2-DC3D775FA224}" dt="2026-04-27T10:13:56.162" v="265" actId="47"/>
        <pc:sldMkLst>
          <pc:docMk/>
          <pc:sldMk cId="1790963796" sldId="272"/>
        </pc:sldMkLst>
      </pc:sldChg>
      <pc:sldChg chg="addSp delSp modSp mod">
        <pc:chgData name="Jim Downie" userId="a5c9779c-6a4b-4ea5-a3cd-3c8ffdb229a9" providerId="ADAL" clId="{18A593ED-C514-43D8-94F2-DC3D775FA224}" dt="2026-04-23T16:15:58.157" v="253" actId="12789"/>
        <pc:sldMkLst>
          <pc:docMk/>
          <pc:sldMk cId="3185936949" sldId="282"/>
        </pc:sldMkLst>
        <pc:spChg chg="add mod">
          <ac:chgData name="Jim Downie" userId="a5c9779c-6a4b-4ea5-a3cd-3c8ffdb229a9" providerId="ADAL" clId="{18A593ED-C514-43D8-94F2-DC3D775FA224}" dt="2026-04-23T16:14:04.619" v="201" actId="164"/>
          <ac:spMkLst>
            <pc:docMk/>
            <pc:sldMk cId="3185936949" sldId="282"/>
            <ac:spMk id="7" creationId="{692AFB3D-E841-8AE3-58FD-940EA1012BBE}"/>
          </ac:spMkLst>
        </pc:spChg>
        <pc:spChg chg="add mod">
          <ac:chgData name="Jim Downie" userId="a5c9779c-6a4b-4ea5-a3cd-3c8ffdb229a9" providerId="ADAL" clId="{18A593ED-C514-43D8-94F2-DC3D775FA224}" dt="2026-04-23T16:15:49.751" v="252" actId="12789"/>
          <ac:spMkLst>
            <pc:docMk/>
            <pc:sldMk cId="3185936949" sldId="282"/>
            <ac:spMk id="9" creationId="{70F90C64-4BD8-637C-B6EF-45462F19E0BE}"/>
          </ac:spMkLst>
        </pc:spChg>
        <pc:grpChg chg="add mod">
          <ac:chgData name="Jim Downie" userId="a5c9779c-6a4b-4ea5-a3cd-3c8ffdb229a9" providerId="ADAL" clId="{18A593ED-C514-43D8-94F2-DC3D775FA224}" dt="2026-04-23T16:15:58.157" v="253" actId="12789"/>
          <ac:grpSpMkLst>
            <pc:docMk/>
            <pc:sldMk cId="3185936949" sldId="282"/>
            <ac:grpSpMk id="2" creationId="{2D274C79-5A0E-1550-5126-14032CEB59B9}"/>
          </ac:grpSpMkLst>
        </pc:grpChg>
        <pc:picChg chg="add mod">
          <ac:chgData name="Jim Downie" userId="a5c9779c-6a4b-4ea5-a3cd-3c8ffdb229a9" providerId="ADAL" clId="{18A593ED-C514-43D8-94F2-DC3D775FA224}" dt="2026-04-23T16:15:36.207" v="250" actId="1035"/>
          <ac:picMkLst>
            <pc:docMk/>
            <pc:sldMk cId="3185936949" sldId="282"/>
            <ac:picMk id="10" creationId="{BE114AB1-3AE5-D802-3D15-AD31201A9ED8}"/>
          </ac:picMkLst>
        </pc:picChg>
      </pc:sldChg>
      <pc:sldChg chg="addSp delSp modSp mod addAnim delAnim modAnim">
        <pc:chgData name="Jim Downie" userId="a5c9779c-6a4b-4ea5-a3cd-3c8ffdb229a9" providerId="ADAL" clId="{18A593ED-C514-43D8-94F2-DC3D775FA224}" dt="2026-04-27T10:13:32.846" v="264" actId="20577"/>
        <pc:sldMkLst>
          <pc:docMk/>
          <pc:sldMk cId="2851842700" sldId="283"/>
        </pc:sldMkLst>
        <pc:spChg chg="add del mod">
          <ac:chgData name="Jim Downie" userId="a5c9779c-6a4b-4ea5-a3cd-3c8ffdb229a9" providerId="ADAL" clId="{18A593ED-C514-43D8-94F2-DC3D775FA224}" dt="2026-04-27T10:13:32.846" v="264" actId="20577"/>
          <ac:spMkLst>
            <pc:docMk/>
            <pc:sldMk cId="2851842700" sldId="283"/>
            <ac:spMk id="4" creationId="{DB5FC47C-B96B-3771-8865-D2E5FA012054}"/>
          </ac:spMkLst>
        </pc:spChg>
      </pc:sldChg>
      <pc:sldChg chg="addSp delSp modSp add mod delAnim modAnim">
        <pc:chgData name="Jim Downie" userId="a5c9779c-6a4b-4ea5-a3cd-3c8ffdb229a9" providerId="ADAL" clId="{18A593ED-C514-43D8-94F2-DC3D775FA224}" dt="2026-04-23T14:31:39.881" v="134"/>
        <pc:sldMkLst>
          <pc:docMk/>
          <pc:sldMk cId="1841919607" sldId="284"/>
        </pc:sldMkLst>
        <pc:spChg chg="mod">
          <ac:chgData name="Jim Downie" userId="a5c9779c-6a4b-4ea5-a3cd-3c8ffdb229a9" providerId="ADAL" clId="{18A593ED-C514-43D8-94F2-DC3D775FA224}" dt="2026-04-23T14:31:14.255" v="132" actId="5793"/>
          <ac:spMkLst>
            <pc:docMk/>
            <pc:sldMk cId="1841919607" sldId="284"/>
            <ac:spMk id="2" creationId="{0A46A721-FAE6-722A-6B70-BEEBD50001FA}"/>
          </ac:spMkLst>
        </pc:spChg>
        <pc:spChg chg="add mod">
          <ac:chgData name="Jim Downie" userId="a5c9779c-6a4b-4ea5-a3cd-3c8ffdb229a9" providerId="ADAL" clId="{18A593ED-C514-43D8-94F2-DC3D775FA224}" dt="2026-04-23T14:31:39.881" v="134"/>
          <ac:spMkLst>
            <pc:docMk/>
            <pc:sldMk cId="1841919607" sldId="284"/>
            <ac:spMk id="7" creationId="{F6D4E67B-3AC2-64E0-EB81-40A00B40A4C9}"/>
          </ac:spMkLst>
        </pc:spChg>
      </pc:sldChg>
      <pc:sldChg chg="addSp modSp add mod modAnim">
        <pc:chgData name="Jim Downie" userId="a5c9779c-6a4b-4ea5-a3cd-3c8ffdb229a9" providerId="ADAL" clId="{18A593ED-C514-43D8-94F2-DC3D775FA224}" dt="2026-04-23T14:32:10.185" v="138" actId="5793"/>
        <pc:sldMkLst>
          <pc:docMk/>
          <pc:sldMk cId="3906691876" sldId="285"/>
        </pc:sldMkLst>
        <pc:spChg chg="mod">
          <ac:chgData name="Jim Downie" userId="a5c9779c-6a4b-4ea5-a3cd-3c8ffdb229a9" providerId="ADAL" clId="{18A593ED-C514-43D8-94F2-DC3D775FA224}" dt="2026-04-23T14:32:10.185" v="138" actId="5793"/>
          <ac:spMkLst>
            <pc:docMk/>
            <pc:sldMk cId="3906691876" sldId="285"/>
            <ac:spMk id="2" creationId="{AE4B4B63-296A-0376-FF86-6EA52A901B5C}"/>
          </ac:spMkLst>
        </pc:spChg>
        <pc:spChg chg="add mod">
          <ac:chgData name="Jim Downie" userId="a5c9779c-6a4b-4ea5-a3cd-3c8ffdb229a9" providerId="ADAL" clId="{18A593ED-C514-43D8-94F2-DC3D775FA224}" dt="2026-04-23T14:30:05.613" v="124"/>
          <ac:spMkLst>
            <pc:docMk/>
            <pc:sldMk cId="3906691876" sldId="285"/>
            <ac:spMk id="3" creationId="{4E69AC1A-033E-937A-C1DB-BAE6C57BA6C0}"/>
          </ac:spMkLst>
        </pc:spChg>
      </pc:sldChg>
      <pc:sldChg chg="addSp modSp add mod modAnim">
        <pc:chgData name="Jim Downie" userId="a5c9779c-6a4b-4ea5-a3cd-3c8ffdb229a9" providerId="ADAL" clId="{18A593ED-C514-43D8-94F2-DC3D775FA224}" dt="2026-04-23T14:32:22.268" v="140" actId="5793"/>
        <pc:sldMkLst>
          <pc:docMk/>
          <pc:sldMk cId="2754224268" sldId="286"/>
        </pc:sldMkLst>
        <pc:spChg chg="mod">
          <ac:chgData name="Jim Downie" userId="a5c9779c-6a4b-4ea5-a3cd-3c8ffdb229a9" providerId="ADAL" clId="{18A593ED-C514-43D8-94F2-DC3D775FA224}" dt="2026-04-23T14:32:22.268" v="140" actId="5793"/>
          <ac:spMkLst>
            <pc:docMk/>
            <pc:sldMk cId="2754224268" sldId="286"/>
            <ac:spMk id="2" creationId="{D31066ED-3017-AC69-4CC0-BFD79CFD3654}"/>
          </ac:spMkLst>
        </pc:spChg>
        <pc:spChg chg="add mod">
          <ac:chgData name="Jim Downie" userId="a5c9779c-6a4b-4ea5-a3cd-3c8ffdb229a9" providerId="ADAL" clId="{18A593ED-C514-43D8-94F2-DC3D775FA224}" dt="2026-04-23T14:30:11.553" v="125"/>
          <ac:spMkLst>
            <pc:docMk/>
            <pc:sldMk cId="2754224268" sldId="286"/>
            <ac:spMk id="3" creationId="{477FCE9B-297E-0F43-11A1-DBB38B12FD60}"/>
          </ac:spMkLst>
        </pc:spChg>
      </pc:sldChg>
      <pc:sldChg chg="addSp modSp add mod ord modAnim">
        <pc:chgData name="Jim Downie" userId="a5c9779c-6a4b-4ea5-a3cd-3c8ffdb229a9" providerId="ADAL" clId="{18A593ED-C514-43D8-94F2-DC3D775FA224}" dt="2026-04-23T14:31:55.193" v="136" actId="5793"/>
        <pc:sldMkLst>
          <pc:docMk/>
          <pc:sldMk cId="2532995389" sldId="287"/>
        </pc:sldMkLst>
        <pc:spChg chg="mod">
          <ac:chgData name="Jim Downie" userId="a5c9779c-6a4b-4ea5-a3cd-3c8ffdb229a9" providerId="ADAL" clId="{18A593ED-C514-43D8-94F2-DC3D775FA224}" dt="2026-04-23T14:31:55.193" v="136" actId="5793"/>
          <ac:spMkLst>
            <pc:docMk/>
            <pc:sldMk cId="2532995389" sldId="287"/>
            <ac:spMk id="2" creationId="{1792A99A-6744-7FD6-EB07-06159799976F}"/>
          </ac:spMkLst>
        </pc:spChg>
        <pc:spChg chg="add mod">
          <ac:chgData name="Jim Downie" userId="a5c9779c-6a4b-4ea5-a3cd-3c8ffdb229a9" providerId="ADAL" clId="{18A593ED-C514-43D8-94F2-DC3D775FA224}" dt="2026-04-23T14:30:48.257" v="128"/>
          <ac:spMkLst>
            <pc:docMk/>
            <pc:sldMk cId="2532995389" sldId="287"/>
            <ac:spMk id="3" creationId="{DE41BBEA-1DC1-FCD4-D51B-4E2509B73DDA}"/>
          </ac:spMkLst>
        </pc:spChg>
      </pc:sldChg>
      <pc:sldMasterChg chg="delSldLayout">
        <pc:chgData name="Jim Downie" userId="a5c9779c-6a4b-4ea5-a3cd-3c8ffdb229a9" providerId="ADAL" clId="{18A593ED-C514-43D8-94F2-DC3D775FA224}" dt="2026-04-27T10:13:56.162" v="265" actId="47"/>
        <pc:sldMasterMkLst>
          <pc:docMk/>
          <pc:sldMasterMk cId="888505036" sldId="2147483899"/>
        </pc:sldMasterMkLst>
        <pc:sldLayoutChg chg="del">
          <pc:chgData name="Jim Downie" userId="a5c9779c-6a4b-4ea5-a3cd-3c8ffdb229a9" providerId="ADAL" clId="{18A593ED-C514-43D8-94F2-DC3D775FA224}" dt="2026-04-27T10:13:56.162" v="265" actId="47"/>
          <pc:sldLayoutMkLst>
            <pc:docMk/>
            <pc:sldMasterMk cId="888505036" sldId="2147483899"/>
            <pc:sldLayoutMk cId="2395489620" sldId="2147483913"/>
          </pc:sldLayoutMkLst>
        </pc:sldLayoutChg>
      </pc:sldMasterChg>
      <pc:sldMasterChg chg="modTransition modSldLayout">
        <pc:chgData name="Jim Downie" userId="a5c9779c-6a4b-4ea5-a3cd-3c8ffdb229a9" providerId="ADAL" clId="{18A593ED-C514-43D8-94F2-DC3D775FA224}" dt="2026-04-23T16:15:18.622" v="208"/>
        <pc:sldMasterMkLst>
          <pc:docMk/>
          <pc:sldMasterMk cId="1026378091" sldId="2147483964"/>
        </pc:sldMasterMkLst>
        <pc:sldLayoutChg chg="modTransition modAnim">
          <pc:chgData name="Jim Downie" userId="a5c9779c-6a4b-4ea5-a3cd-3c8ffdb229a9" providerId="ADAL" clId="{18A593ED-C514-43D8-94F2-DC3D775FA224}" dt="2026-04-23T16:15:18.622" v="208"/>
          <pc:sldLayoutMkLst>
            <pc:docMk/>
            <pc:sldMasterMk cId="1026378091" sldId="2147483964"/>
            <pc:sldLayoutMk cId="1021242901" sldId="214748396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0A948-B3F3-47B6-9A13-4CC787086DC0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7E0F-9F5B-46E1-9EBE-4AB4DEB4F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99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B482A9-9822-F70E-67E1-B63ED1A7A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66213" y="692561"/>
            <a:ext cx="2318705" cy="106196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4D40808-09B9-F6F0-9825-EF8E5175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B17CCAF-FD21-7BBE-D63D-87A51C4D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/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331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1A650428-BB60-990D-892F-E13E91D5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AEAA081-A969-C8D6-237A-734AB1C74B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/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E84FD-514C-07B7-B7B2-F5DA0C4E7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66213" y="692561"/>
            <a:ext cx="2318705" cy="10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5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EE4599A0-6C42-B50C-F4EE-D553D5E0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1A8E3F3-F1EE-7042-91D5-C9BC338E39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533C2-9A9C-43EB-0C48-A32CC4176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66213" y="692561"/>
            <a:ext cx="2318705" cy="10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5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BD8AFFBC-F565-66C5-22DF-6D965A25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B83A399-02C4-0FBB-11B9-8455C66AAC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/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A7151-96DA-6A00-2C9C-36645007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66213" y="692561"/>
            <a:ext cx="2318705" cy="10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49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2364CE7A-79F4-164D-CA39-A71AC68A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CD49776-5F8E-E81E-73AE-ECB8FE9B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AEA69-2180-AC42-86A6-00B6FE1EF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66213" y="692561"/>
            <a:ext cx="2318705" cy="10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4E7E0DBB-E66E-B09A-BB8E-EA7FA2A2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3370C0FF-8AB6-C04D-2E90-2D30C0C99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E8DD7-ABF7-D8A4-3530-00D036BD9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66213" y="692561"/>
            <a:ext cx="2318705" cy="10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75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0E38-5129-2CEF-42B1-D8051BDE1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31479" y="4813217"/>
            <a:ext cx="1964870" cy="216136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5C5CFE-D7CC-C54D-01AC-03142CD42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0627" y="4833080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7D11EA-38BE-24E9-70C3-7766E094FE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57" y="1264033"/>
            <a:ext cx="8361759" cy="3104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1FC1751-6777-0F34-082E-B9B93089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8" y="493432"/>
            <a:ext cx="7886700" cy="634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59634F-B08A-65CC-1D56-F0545F08B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0E38-5129-2CEF-42B1-D8051BDE1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31479" y="4813217"/>
            <a:ext cx="1964870" cy="21613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5C5CFE-D7CC-C54D-01AC-03142CD42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0627" y="4833080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C146D4E-AAFE-3255-A64C-4F050A4617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57" y="1301104"/>
            <a:ext cx="8361759" cy="3104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EE5CBA4D-7D79-4F9E-5A17-1C515E85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8" y="530503"/>
            <a:ext cx="7886700" cy="634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8D85D-C310-BB32-301B-BE2CC1E89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24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0E38-5129-2CEF-42B1-D8051BDE1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477" y="4813217"/>
            <a:ext cx="1964873" cy="21613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A53547-7FA7-94FF-989C-0BECDA07568E}"/>
              </a:ext>
            </a:extLst>
          </p:cNvPr>
          <p:cNvSpPr txBox="1">
            <a:spLocks/>
          </p:cNvSpPr>
          <p:nvPr/>
        </p:nvSpPr>
        <p:spPr>
          <a:xfrm>
            <a:off x="267462" y="48605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0" i="0" kern="120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CFE1CF-AA5C-8E4F-98BF-088A023BAF2A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B32D6-F5EA-BD79-AC5C-BC0ADC599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4517137"/>
            <a:ext cx="256032" cy="343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1E7BF-8208-2FEF-D906-1689A934AB50}"/>
              </a:ext>
            </a:extLst>
          </p:cNvPr>
          <p:cNvSpPr/>
          <p:nvPr/>
        </p:nvSpPr>
        <p:spPr>
          <a:xfrm>
            <a:off x="5317236" y="260605"/>
            <a:ext cx="370332" cy="19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F85E6-70D3-6C43-06E2-185E2D732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0"/>
            <a:ext cx="3611880" cy="5143500"/>
          </a:xfrm>
          <a:prstGeom prst="rect">
            <a:avLst/>
          </a:prstGeom>
          <a:solidFill>
            <a:srgbClr val="F47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31956702-6FF0-8207-EB74-8EE2F0765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896" y="0"/>
            <a:ext cx="1618488" cy="5143500"/>
          </a:xfrm>
          <a:prstGeom prst="parallelogram">
            <a:avLst>
              <a:gd name="adj" fmla="val 39124"/>
            </a:avLst>
          </a:prstGeom>
          <a:solidFill>
            <a:srgbClr val="F47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2AC507-B8AE-C577-A501-2B2628159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31481" y="4813217"/>
            <a:ext cx="1964864" cy="216135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880FCEE-C71D-2687-D432-CE34A55C9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475" y="1142405"/>
            <a:ext cx="3019805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52D28D4-1A59-524D-4CED-05B1A0D5FAD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687569" y="1142405"/>
            <a:ext cx="3019805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CBE95F4-38AB-61F4-E14D-B17A0252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54" y="547353"/>
            <a:ext cx="7886700" cy="4302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BFE811-B3FF-9C7F-B28C-005632B7E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0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5C5CFE-D7CC-C54D-01AC-03142CD42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0627" y="4833080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96CCA-DB2A-0800-94BD-D81E2CB1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54" y="547353"/>
            <a:ext cx="7886700" cy="4302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A8A6C-257E-5809-B4ED-02AB7319A9FF}"/>
              </a:ext>
            </a:extLst>
          </p:cNvPr>
          <p:cNvSpPr txBox="1"/>
          <p:nvPr/>
        </p:nvSpPr>
        <p:spPr>
          <a:xfrm>
            <a:off x="363474" y="1607760"/>
            <a:ext cx="4425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Clr>
                <a:srgbClr val="506CE7"/>
              </a:buClr>
              <a:buFont typeface="Arial" panose="020B0604020202020204" pitchFamily="34" charset="0"/>
              <a:buChar char="•"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1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254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2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B28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3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54A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4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3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5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BCE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dirty="0"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bullet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F8284-F335-A907-6AEB-AEFD6E12B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474" y="1142405"/>
            <a:ext cx="7679859" cy="364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551BE-458A-BB49-A2C6-CEB680E67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7E798-2C9E-9A71-134C-A99269BED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31479" y="4813217"/>
            <a:ext cx="1964870" cy="2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8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5C5CFE-D7CC-C54D-01AC-03142CD42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0627" y="4833080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96CCA-DB2A-0800-94BD-D81E2CB1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54" y="547353"/>
            <a:ext cx="7886700" cy="4302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F8284-F335-A907-6AEB-AEFD6E12B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474" y="1142405"/>
            <a:ext cx="7679859" cy="364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2EB32D8-30C2-FB98-3AAB-70135841D0E2}"/>
              </a:ext>
            </a:extLst>
          </p:cNvPr>
          <p:cNvSpPr txBox="1">
            <a:spLocks/>
          </p:cNvSpPr>
          <p:nvPr/>
        </p:nvSpPr>
        <p:spPr>
          <a:xfrm>
            <a:off x="267462" y="48605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0" i="0" kern="120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CFE1CF-AA5C-8E4F-98BF-088A023BAF2A}" type="slidenum">
              <a:rPr lang="en-US" sz="1050" smtClean="0"/>
              <a:pPr/>
              <a:t>‹#›</a:t>
            </a:fld>
            <a:endParaRPr lang="en-US" sz="10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62C8E7-58DE-11C5-1540-13B0E9E37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5216" y="604874"/>
            <a:ext cx="3933752" cy="3933752"/>
          </a:xfrm>
          <a:prstGeom prst="ellipse">
            <a:avLst/>
          </a:prstGeom>
          <a:solidFill>
            <a:srgbClr val="F47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8FFB8F-76A4-9EE9-D6BC-2B770A384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632713" y="3528924"/>
            <a:ext cx="1080000" cy="1080000"/>
          </a:xfrm>
          <a:prstGeom prst="ellipse">
            <a:avLst/>
          </a:prstGeom>
          <a:solidFill>
            <a:srgbClr val="5E7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C0E900-3257-E643-DD0F-422BD120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75967" y="3528924"/>
            <a:ext cx="1080000" cy="1080000"/>
          </a:xfrm>
          <a:prstGeom prst="ellipse">
            <a:avLst/>
          </a:prstGeom>
          <a:solidFill>
            <a:srgbClr val="FFC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7480FF-5B52-F9EC-27B2-D50EC8F4D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181833" y="3528924"/>
            <a:ext cx="1080000" cy="1080000"/>
          </a:xfrm>
          <a:prstGeom prst="ellipse">
            <a:avLst/>
          </a:prstGeom>
          <a:solidFill>
            <a:srgbClr val="E629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204F5D-8B06-7D08-BF82-347248DE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456393" y="3528924"/>
            <a:ext cx="1080000" cy="1080000"/>
          </a:xfrm>
          <a:prstGeom prst="ellipse">
            <a:avLst/>
          </a:prstGeom>
          <a:solidFill>
            <a:srgbClr val="3BB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3FE336E-1A2C-1DAE-AC2B-DAD0949DA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591892" y="3528924"/>
            <a:ext cx="1080000" cy="1080000"/>
          </a:xfrm>
          <a:prstGeom prst="ellipse">
            <a:avLst/>
          </a:prstGeom>
          <a:solidFill>
            <a:srgbClr val="AB54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E7608EF-696E-2A52-69B5-6AE57B8289FA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23903" y="1385486"/>
            <a:ext cx="2394802" cy="26156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BBC Reith Sans Medium" panose="020B0603020204020204" pitchFamily="34" charset="0"/>
                <a:ea typeface="BBC Reith Sans Medium" panose="020B0603020204020204" pitchFamily="34" charset="0"/>
                <a:cs typeface="BBC Reith Sans Medium" panose="020B060302020402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B4A308F-15E1-68D0-4954-E4F2E997A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83858" y="3542640"/>
            <a:ext cx="1080000" cy="1080000"/>
          </a:xfrm>
          <a:prstGeom prst="ellipse">
            <a:avLst/>
          </a:prstGeom>
          <a:solidFill>
            <a:srgbClr val="59B2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8AF38-7955-2179-8F67-FCAD8D611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477F5C-F5D9-91FE-FCFA-1EE21A77C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31479" y="4813217"/>
            <a:ext cx="1964870" cy="2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9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436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8584" y="470144"/>
            <a:ext cx="8573633" cy="32485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2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64898" y="968588"/>
            <a:ext cx="4731484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174869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78584" y="968588"/>
            <a:ext cx="3649760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48937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kcground 1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1788" y="968588"/>
            <a:ext cx="4784594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9499" y="956060"/>
            <a:ext cx="3703740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7641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60486" y="751125"/>
            <a:ext cx="4635896" cy="361193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2671" y="751125"/>
            <a:ext cx="3806156" cy="361193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22956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849601"/>
            <a:ext cx="4040188" cy="294179"/>
          </a:xfrm>
        </p:spPr>
        <p:txBody>
          <a:bodyPr anchor="b">
            <a:normAutofit/>
          </a:bodyPr>
          <a:lstStyle>
            <a:lvl1pPr marL="0" indent="0" algn="ctr">
              <a:lnSpc>
                <a:spcPct val="300000"/>
              </a:lnSpc>
              <a:buNone/>
              <a:defRPr sz="1500" b="1">
                <a:solidFill>
                  <a:srgbClr val="26285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Box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329422"/>
            <a:ext cx="4040188" cy="3161491"/>
          </a:xfrm>
        </p:spPr>
        <p:txBody>
          <a:bodyPr>
            <a:normAutofit/>
          </a:bodyPr>
          <a:lstStyle>
            <a:lvl1pPr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Content for box one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9601"/>
            <a:ext cx="4041775" cy="294179"/>
          </a:xfrm>
        </p:spPr>
        <p:txBody>
          <a:bodyPr anchor="b">
            <a:normAutofit/>
          </a:bodyPr>
          <a:lstStyle>
            <a:lvl1pPr marL="0" indent="0" algn="ctr">
              <a:buNone/>
              <a:defRPr sz="1500" b="1">
                <a:solidFill>
                  <a:srgbClr val="26285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Box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6" y="1329422"/>
            <a:ext cx="4041775" cy="3161491"/>
          </a:xfrm>
        </p:spPr>
        <p:txBody>
          <a:bodyPr>
            <a:normAutofit/>
          </a:bodyPr>
          <a:lstStyle>
            <a:lvl1pPr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Content for box two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19120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8701" y="3566074"/>
            <a:ext cx="4571501" cy="35417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500" b="1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r>
              <a:rPr lang="en-GB" dirty="0"/>
              <a:t>Picture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8701" y="868955"/>
            <a:ext cx="4571501" cy="257146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48701" y="4020910"/>
            <a:ext cx="4571501" cy="502984"/>
          </a:xfrm>
        </p:spPr>
        <p:txBody>
          <a:bodyPr/>
          <a:lstStyle>
            <a:lvl1pPr marL="0" indent="0">
              <a:buNone/>
              <a:defRPr sz="14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Picture description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902200" y="868363"/>
            <a:ext cx="4049713" cy="36560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07940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 off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806522" y="2853974"/>
            <a:ext cx="3592350" cy="502984"/>
          </a:xfrm>
        </p:spPr>
        <p:txBody>
          <a:bodyPr/>
          <a:lstStyle>
            <a:lvl1pPr marL="0" indent="0" algn="ctr">
              <a:buNone/>
              <a:defRPr sz="1400" baseline="0">
                <a:solidFill>
                  <a:srgbClr val="FFFFFF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Sign off description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1371" y="4678727"/>
            <a:ext cx="6707002" cy="273844"/>
          </a:xfrm>
          <a:prstGeom prst="rect">
            <a:avLst/>
          </a:prstGeom>
        </p:spPr>
        <p:txBody>
          <a:bodyPr/>
          <a:lstStyle>
            <a:lvl1pPr algn="l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76607" y="2441377"/>
            <a:ext cx="4196047" cy="295275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Sign off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19842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Additional Information box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242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961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300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5633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620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746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948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0387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0719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401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B68F-2629-43F7-B359-B7BC46F8462A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3446-2BE5-4C79-8F06-C5B0E1D3FB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73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B482A9-9822-F70E-67E1-B63ED1A7A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66213" y="692561"/>
            <a:ext cx="2318705" cy="106196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4D40808-09B9-F6F0-9825-EF8E5175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12" y="1867866"/>
            <a:ext cx="7886700" cy="99417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B17CCAF-FD21-7BBE-D63D-87A51C4DB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216" y="2975373"/>
            <a:ext cx="7886700" cy="1454944"/>
          </a:xfrm>
        </p:spPr>
        <p:txBody>
          <a:bodyPr/>
          <a:lstStyle>
            <a:lvl1pPr marL="0" indent="0" algn="ctr">
              <a:buFontTx/>
              <a:buNone/>
              <a:defRPr/>
            </a:lvl1pPr>
            <a:lvl2pPr marL="3429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521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8584" y="470144"/>
            <a:ext cx="8573633" cy="32485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2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64898" y="968588"/>
            <a:ext cx="4731484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174869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78584" y="968588"/>
            <a:ext cx="3649760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6974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77072" y="854680"/>
            <a:ext cx="4719309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80404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78584" y="854680"/>
            <a:ext cx="3733204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83082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kcground 1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1788" y="968588"/>
            <a:ext cx="4784594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9499" y="956060"/>
            <a:ext cx="3703740" cy="339447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212407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60486" y="751125"/>
            <a:ext cx="4635896" cy="361193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42671" y="751125"/>
            <a:ext cx="3806156" cy="361193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TEXTBOX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70875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849601"/>
            <a:ext cx="4040188" cy="294179"/>
          </a:xfrm>
        </p:spPr>
        <p:txBody>
          <a:bodyPr anchor="b">
            <a:normAutofit/>
          </a:bodyPr>
          <a:lstStyle>
            <a:lvl1pPr marL="0" indent="0" algn="ctr">
              <a:lnSpc>
                <a:spcPct val="300000"/>
              </a:lnSpc>
              <a:buNone/>
              <a:defRPr sz="1500" b="1">
                <a:solidFill>
                  <a:srgbClr val="26285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Box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329422"/>
            <a:ext cx="4040188" cy="3161491"/>
          </a:xfrm>
        </p:spPr>
        <p:txBody>
          <a:bodyPr>
            <a:normAutofit/>
          </a:bodyPr>
          <a:lstStyle>
            <a:lvl1pPr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Content for box one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9601"/>
            <a:ext cx="4041775" cy="294179"/>
          </a:xfrm>
        </p:spPr>
        <p:txBody>
          <a:bodyPr anchor="b">
            <a:normAutofit/>
          </a:bodyPr>
          <a:lstStyle>
            <a:lvl1pPr marL="0" indent="0" algn="ctr">
              <a:buNone/>
              <a:defRPr sz="1500" b="1">
                <a:solidFill>
                  <a:srgbClr val="26285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Box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6" y="1329422"/>
            <a:ext cx="4041775" cy="3161491"/>
          </a:xfrm>
        </p:spPr>
        <p:txBody>
          <a:bodyPr>
            <a:normAutofit/>
          </a:bodyPr>
          <a:lstStyle>
            <a:lvl1pPr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Content for box two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531968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8701" y="3566074"/>
            <a:ext cx="4571501" cy="35417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500" b="1">
                <a:solidFill>
                  <a:srgbClr val="262857"/>
                </a:solidFill>
                <a:latin typeface="BBC Reith Sans"/>
                <a:cs typeface="BBC Reith Sans"/>
              </a:defRPr>
            </a:lvl1pPr>
          </a:lstStyle>
          <a:p>
            <a:r>
              <a:rPr lang="en-GB" dirty="0"/>
              <a:t>Picture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8701" y="868955"/>
            <a:ext cx="4571501" cy="257146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48701" y="4020910"/>
            <a:ext cx="4571501" cy="502984"/>
          </a:xfrm>
        </p:spPr>
        <p:txBody>
          <a:bodyPr/>
          <a:lstStyle>
            <a:lvl1pPr marL="0" indent="0">
              <a:buNone/>
              <a:defRPr sz="1400">
                <a:solidFill>
                  <a:srgbClr val="262857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Picture description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0295" y="4662008"/>
            <a:ext cx="6707002" cy="273844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78584" y="266090"/>
            <a:ext cx="8574088" cy="29527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902200" y="868363"/>
            <a:ext cx="4049713" cy="36560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06814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 off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806522" y="2853974"/>
            <a:ext cx="3592350" cy="502984"/>
          </a:xfrm>
        </p:spPr>
        <p:txBody>
          <a:bodyPr/>
          <a:lstStyle>
            <a:lvl1pPr marL="0" indent="0" algn="ctr">
              <a:buNone/>
              <a:defRPr sz="1400" baseline="0">
                <a:solidFill>
                  <a:srgbClr val="FFFFFF"/>
                </a:solidFill>
                <a:latin typeface="BBC Reith Sans"/>
                <a:cs typeface="BBC Reith San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Sign off description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1371" y="4678727"/>
            <a:ext cx="6707002" cy="273844"/>
          </a:xfrm>
          <a:prstGeom prst="rect">
            <a:avLst/>
          </a:prstGeom>
        </p:spPr>
        <p:txBody>
          <a:bodyPr/>
          <a:lstStyle>
            <a:lvl1pPr algn="l">
              <a:defRPr sz="1500">
                <a:solidFill>
                  <a:srgbClr val="262857"/>
                </a:solidFill>
              </a:defRPr>
            </a:lvl1pPr>
          </a:lstStyle>
          <a:p>
            <a:r>
              <a:rPr lang="en-US" dirty="0"/>
              <a:t>Additional information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76607" y="2441377"/>
            <a:ext cx="4196047" cy="295275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BBC Reith Sans"/>
                <a:cs typeface="BBC Reith Sans"/>
              </a:defRPr>
            </a:lvl1pPr>
          </a:lstStyle>
          <a:p>
            <a:pPr lvl="0"/>
            <a:r>
              <a:rPr lang="en-GB" dirty="0"/>
              <a:t>Sign off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453765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337C92-E4F4-9A15-9752-D4830AD0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0976" y="376238"/>
            <a:ext cx="78638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D97AF6-2DA6-0DBE-EEA8-98AD315E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327" y="4833080"/>
            <a:ext cx="64636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0E38-5129-2CEF-42B1-D8051BDE1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31479" y="4813217"/>
            <a:ext cx="1964870" cy="21613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5C5CFE-D7CC-C54D-01AC-03142CD42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0627" y="4833080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C4E7C3-336C-AB7E-F09E-00467B5AF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0327" y="483308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C146D4E-AAFE-3255-A64C-4F050A4617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57" y="1301104"/>
            <a:ext cx="8361759" cy="3104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EE5CBA4D-7D79-4F9E-5A17-1C515E85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8" y="530503"/>
            <a:ext cx="7886700" cy="634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8D85D-C310-BB32-301B-BE2CC1E89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0888" t="966" b="966"/>
          <a:stretch/>
        </p:blipFill>
        <p:spPr>
          <a:xfrm>
            <a:off x="0" y="121687"/>
            <a:ext cx="894381" cy="25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66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EF2D0-2AB5-EB1C-72BE-1C45B564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4DA9B-93E2-601C-BD22-6A1C08DF4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6A200-DC04-1315-9588-075BE2E33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A7436-B21F-F1A3-02D8-59814DE8D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0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885" r:id="rId13"/>
    <p:sldLayoutId id="2147483896" r:id="rId14"/>
    <p:sldLayoutId id="2147483897" r:id="rId15"/>
    <p:sldLayoutId id="2147483888" r:id="rId16"/>
    <p:sldLayoutId id="2147483892" r:id="rId17"/>
    <p:sldLayoutId id="2147483898" r:id="rId18"/>
  </p:sldLayoutIdLst>
  <p:transition spd="slow">
    <p:push dir="u"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BBC Reith Sans" panose="020B0603020204020204" pitchFamily="34" charset="0"/>
          <a:ea typeface="BBC Reith Sans" panose="020B0603020204020204" pitchFamily="34" charset="0"/>
          <a:cs typeface="BBC Reith Sans" panose="020B06030202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Additional information goes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07953072-AAF0-4244-BAA8-77E96F017192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7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4" r:id="rId20"/>
  </p:sldLayoutIdLst>
  <p:transition spd="slow">
    <p:push dir="u"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line-python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ED3C-5184-B788-8653-29A27720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D274C79-5A0E-1550-5126-14032CEB59B9}"/>
              </a:ext>
            </a:extLst>
          </p:cNvPr>
          <p:cNvGrpSpPr/>
          <p:nvPr/>
        </p:nvGrpSpPr>
        <p:grpSpPr>
          <a:xfrm>
            <a:off x="664670" y="2117146"/>
            <a:ext cx="7814661" cy="909209"/>
            <a:chOff x="664670" y="2373903"/>
            <a:chExt cx="7814661" cy="909209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692AFB3D-E841-8AE3-58FD-940EA1012BBE}"/>
                </a:ext>
              </a:extLst>
            </p:cNvPr>
            <p:cNvSpPr txBox="1">
              <a:spLocks/>
            </p:cNvSpPr>
            <p:nvPr/>
          </p:nvSpPr>
          <p:spPr>
            <a:xfrm>
              <a:off x="664670" y="2373903"/>
              <a:ext cx="7814661" cy="692115"/>
            </a:xfr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3200" dirty="0">
                  <a:solidFill>
                    <a:srgbClr val="002060"/>
                  </a:solidFill>
                  <a:latin typeface="Söhne"/>
                </a:rPr>
                <a:t>Programming for Non-Programmers</a:t>
              </a:r>
              <a:endParaRPr lang="en-GB" sz="3200" dirty="0">
                <a:solidFill>
                  <a:srgbClr val="002060"/>
                </a:solidFill>
              </a:endParaRP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70F90C64-4BD8-637C-B6EF-45462F19E0BE}"/>
                </a:ext>
              </a:extLst>
            </p:cNvPr>
            <p:cNvSpPr txBox="1">
              <a:spLocks/>
            </p:cNvSpPr>
            <p:nvPr/>
          </p:nvSpPr>
          <p:spPr>
            <a:xfrm>
              <a:off x="2240810" y="2960236"/>
              <a:ext cx="4662380" cy="32287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rgbClr val="262857"/>
                  </a:solidFill>
                  <a:latin typeface="BBC Reith Sans"/>
                  <a:ea typeface="+mn-ea"/>
                  <a:cs typeface="BBC Reith San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500" kern="1200">
                  <a:solidFill>
                    <a:srgbClr val="262857"/>
                  </a:solidFill>
                  <a:latin typeface="BBC Reith Sans"/>
                  <a:ea typeface="+mn-ea"/>
                  <a:cs typeface="BBC Reith San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500" kern="1200">
                  <a:solidFill>
                    <a:srgbClr val="262857"/>
                  </a:solidFill>
                  <a:latin typeface="BBC Reith Sans"/>
                  <a:ea typeface="+mn-ea"/>
                  <a:cs typeface="BBC Reith San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500" kern="1200">
                  <a:solidFill>
                    <a:srgbClr val="262857"/>
                  </a:solidFill>
                  <a:latin typeface="BBC Reith Sans"/>
                  <a:ea typeface="+mn-ea"/>
                  <a:cs typeface="BBC Reith San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1500" kern="1200">
                  <a:solidFill>
                    <a:srgbClr val="262857"/>
                  </a:solidFill>
                  <a:latin typeface="BBC Reith Sans"/>
                  <a:ea typeface="+mn-ea"/>
                  <a:cs typeface="BBC Reith San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 dirty="0">
                  <a:solidFill>
                    <a:srgbClr val="002060"/>
                  </a:solidFill>
                  <a:latin typeface="Söhne"/>
                </a:rPr>
                <a:t>Learn basic programming skills with Python</a:t>
              </a:r>
              <a:endParaRPr lang="en-GB" sz="1200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E114AB1-3AE5-D802-3D15-AD31201A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401" y="3988737"/>
            <a:ext cx="2963291" cy="89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3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638B496-EA33-0137-BDFB-6AA5ECB9ABB8}"/>
              </a:ext>
            </a:extLst>
          </p:cNvPr>
          <p:cNvSpPr txBox="1">
            <a:spLocks/>
          </p:cNvSpPr>
          <p:nvPr/>
        </p:nvSpPr>
        <p:spPr>
          <a:xfrm>
            <a:off x="899284" y="81383"/>
            <a:ext cx="8574088" cy="295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0D0D0D"/>
                </a:solidFill>
                <a:latin typeface="Söhne"/>
              </a:rPr>
              <a:t>Course Introduction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FC47C-B96B-3771-8865-D2E5FA012054}"/>
              </a:ext>
            </a:extLst>
          </p:cNvPr>
          <p:cNvSpPr txBox="1"/>
          <p:nvPr/>
        </p:nvSpPr>
        <p:spPr>
          <a:xfrm>
            <a:off x="576469" y="901148"/>
            <a:ext cx="7911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GitGub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wiki contains lessons to learn basic programming skills in Python </a:t>
            </a:r>
            <a:endParaRPr lang="en-GB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This is not a Python course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We cover the basics of programming so you can pursue courses elsewhere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We 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aim to build a “text adventure game” as a fun way to apply what we learn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Demo game</a:t>
            </a:r>
          </a:p>
        </p:txBody>
      </p:sp>
    </p:spTree>
    <p:extLst>
      <p:ext uri="{BB962C8B-B14F-4D97-AF65-F5344CB8AC3E}">
        <p14:creationId xmlns:p14="http://schemas.microsoft.com/office/powerpoint/2010/main" val="285184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6B53-9463-EC51-EE38-8968298A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A46A721-FAE6-722A-6B70-BEEBD50001FA}"/>
              </a:ext>
            </a:extLst>
          </p:cNvPr>
          <p:cNvSpPr txBox="1">
            <a:spLocks/>
          </p:cNvSpPr>
          <p:nvPr/>
        </p:nvSpPr>
        <p:spPr>
          <a:xfrm>
            <a:off x="899284" y="81383"/>
            <a:ext cx="8574088" cy="295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0D0D0D"/>
                </a:solidFill>
                <a:latin typeface="Söhne"/>
              </a:rPr>
              <a:t>Course Structure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4E67B-3AC2-64E0-EB81-40A00B40A4C9}"/>
              </a:ext>
            </a:extLst>
          </p:cNvPr>
          <p:cNvSpPr txBox="1"/>
          <p:nvPr/>
        </p:nvSpPr>
        <p:spPr>
          <a:xfrm>
            <a:off x="576470" y="901148"/>
            <a:ext cx="70501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Build a Text Adventure Game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Lessons introduce new concepts with examples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Challenges and code answers comparison on GitHub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1F2328"/>
                </a:solidFill>
                <a:latin typeface="-apple-system"/>
              </a:rPr>
              <a:t> Always have a go at the challenges and i</a:t>
            </a: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f you get stuck - ask!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Recap and game development</a:t>
            </a:r>
          </a:p>
        </p:txBody>
      </p:sp>
    </p:spTree>
    <p:extLst>
      <p:ext uri="{BB962C8B-B14F-4D97-AF65-F5344CB8AC3E}">
        <p14:creationId xmlns:p14="http://schemas.microsoft.com/office/powerpoint/2010/main" val="184191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0459-A89A-CCC9-4FAC-E0FB7AA7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92A99A-6744-7FD6-EB07-06159799976F}"/>
              </a:ext>
            </a:extLst>
          </p:cNvPr>
          <p:cNvSpPr txBox="1">
            <a:spLocks/>
          </p:cNvSpPr>
          <p:nvPr/>
        </p:nvSpPr>
        <p:spPr>
          <a:xfrm>
            <a:off x="899284" y="81383"/>
            <a:ext cx="8574088" cy="295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0D0D0D"/>
                </a:solidFill>
                <a:latin typeface="Söhne"/>
              </a:rPr>
              <a:t>Python and Other Languages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1BBEA-1DC1-FCD4-D51B-4E2509B73DDA}"/>
              </a:ext>
            </a:extLst>
          </p:cNvPr>
          <p:cNvSpPr txBox="1"/>
          <p:nvPr/>
        </p:nvSpPr>
        <p:spPr>
          <a:xfrm>
            <a:off x="576470" y="901148"/>
            <a:ext cx="7050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Python: Simple, readable, and versatile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Used in web development, AI, and more (we’ll cover this later)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Vast community and extensive libraries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This is an intro to general programming concepts rather than Python</a:t>
            </a:r>
          </a:p>
        </p:txBody>
      </p:sp>
    </p:spTree>
    <p:extLst>
      <p:ext uri="{BB962C8B-B14F-4D97-AF65-F5344CB8AC3E}">
        <p14:creationId xmlns:p14="http://schemas.microsoft.com/office/powerpoint/2010/main" val="25329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5FBB-42F4-190D-B5F9-65EFA02F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E4B4B63-296A-0376-FF86-6EA52A901B5C}"/>
              </a:ext>
            </a:extLst>
          </p:cNvPr>
          <p:cNvSpPr txBox="1">
            <a:spLocks/>
          </p:cNvSpPr>
          <p:nvPr/>
        </p:nvSpPr>
        <p:spPr>
          <a:xfrm>
            <a:off x="899284" y="81383"/>
            <a:ext cx="8574088" cy="295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0D0D0D"/>
                </a:solidFill>
                <a:latin typeface="Söhne"/>
              </a:rPr>
              <a:t>Our Programming Environment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9AC1A-033E-937A-C1DB-BAE6C57BA6C0}"/>
              </a:ext>
            </a:extLst>
          </p:cNvPr>
          <p:cNvSpPr txBox="1"/>
          <p:nvPr/>
        </p:nvSpPr>
        <p:spPr>
          <a:xfrm>
            <a:off x="576470" y="901148"/>
            <a:ext cx="7050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We'll use </a:t>
            </a:r>
            <a:r>
              <a:rPr lang="en-GB" b="0" i="0" u="none" strike="noStrike" dirty="0">
                <a:effectLst/>
                <a:latin typeface="Söhne"/>
                <a:hlinkClick r:id="rId2"/>
              </a:rPr>
              <a:t>online-python.com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for this course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It features a dual-window editor for code input and output display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For reference </a:t>
            </a:r>
            <a:r>
              <a:rPr lang="en-GB" dirty="0">
                <a:solidFill>
                  <a:srgbClr val="0D0D0D"/>
                </a:solidFill>
                <a:latin typeface="Söhne"/>
              </a:rPr>
              <a:t>w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e'll be using Python 3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Two screen setup: browser and Teams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90669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0FA9B-43E4-4932-5D03-528461EB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31066ED-3017-AC69-4CC0-BFD79CFD3654}"/>
              </a:ext>
            </a:extLst>
          </p:cNvPr>
          <p:cNvSpPr txBox="1">
            <a:spLocks/>
          </p:cNvSpPr>
          <p:nvPr/>
        </p:nvSpPr>
        <p:spPr>
          <a:xfrm>
            <a:off x="899284" y="81383"/>
            <a:ext cx="8574088" cy="295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0D0D0D"/>
                </a:solidFill>
                <a:latin typeface="Söhne"/>
              </a:rPr>
              <a:t>Asking for Help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FCE9B-297E-0F43-11A1-DBB38B12FD60}"/>
              </a:ext>
            </a:extLst>
          </p:cNvPr>
          <p:cNvSpPr txBox="1"/>
          <p:nvPr/>
        </p:nvSpPr>
        <p:spPr>
          <a:xfrm>
            <a:off x="576470" y="901148"/>
            <a:ext cx="70501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Questions are encouraged at any point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If you're unsure or stuck, don't hesitate to ask for help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 We want 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to create a supportive learning environment together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Remember, the goal is to learn and have fun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D0D0D"/>
                </a:solidFill>
                <a:latin typeface="Söhne"/>
              </a:rPr>
              <a:t> Don’t be afraid of making mistakes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Each challenge is an opportunity to grow your knowledge and experience, so give them a try and compare your solutions with the examples provided</a:t>
            </a:r>
          </a:p>
        </p:txBody>
      </p:sp>
    </p:spTree>
    <p:extLst>
      <p:ext uri="{BB962C8B-B14F-4D97-AF65-F5344CB8AC3E}">
        <p14:creationId xmlns:p14="http://schemas.microsoft.com/office/powerpoint/2010/main" val="275422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2333B-FED8-0CA3-34FF-831BAA934D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121" y="1918535"/>
            <a:ext cx="8361759" cy="1306431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GB" sz="8000" dirty="0">
                <a:solidFill>
                  <a:schemeClr val="tx1"/>
                </a:solidFill>
                <a:latin typeface="Söhne"/>
              </a:rPr>
              <a:t>Any </a:t>
            </a:r>
            <a:r>
              <a:rPr lang="en-GB" sz="8000">
                <a:solidFill>
                  <a:schemeClr val="tx1"/>
                </a:solidFill>
                <a:latin typeface="Söhne"/>
              </a:rPr>
              <a:t>questions before we start?</a:t>
            </a:r>
            <a:endParaRPr lang="en-US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019620"/>
      </p:ext>
    </p:extLst>
  </p:cSld>
  <p:clrMapOvr>
    <a:masterClrMapping/>
  </p:clrMapOvr>
</p:sld>
</file>

<file path=ppt/theme/theme1.xml><?xml version="1.0" encoding="utf-8"?>
<a:theme xmlns:a="http://schemas.openxmlformats.org/drawingml/2006/main" name="EDIT Academy 2025 technology Slidedeck">
  <a:themeElements>
    <a:clrScheme name="Academy 2025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D68DF"/>
      </a:accent1>
      <a:accent2>
        <a:srgbClr val="E42448"/>
      </a:accent2>
      <a:accent3>
        <a:srgbClr val="59B284"/>
      </a:accent3>
      <a:accent4>
        <a:srgbClr val="3ABBEE"/>
      </a:accent4>
      <a:accent5>
        <a:srgbClr val="AB54A9"/>
      </a:accent5>
      <a:accent6>
        <a:srgbClr val="FEBF32"/>
      </a:accent6>
      <a:hlink>
        <a:srgbClr val="2063FF"/>
      </a:hlink>
      <a:folHlink>
        <a:srgbClr val="5F739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627E55CBB6724AAE06283BCF60731F" ma:contentTypeVersion="17" ma:contentTypeDescription="Create a new document." ma:contentTypeScope="" ma:versionID="dd3919f3d19c6e7e51c56df80843daab">
  <xsd:schema xmlns:xsd="http://www.w3.org/2001/XMLSchema" xmlns:xs="http://www.w3.org/2001/XMLSchema" xmlns:p="http://schemas.microsoft.com/office/2006/metadata/properties" xmlns:ns3="a2c7fd72-0e44-4982-b830-95c31bbca34d" xmlns:ns4="b58096e5-f163-4679-9419-a96bfe444aa3" targetNamespace="http://schemas.microsoft.com/office/2006/metadata/properties" ma:root="true" ma:fieldsID="c9dc4740e88c86948c117aa3282d0b00" ns3:_="" ns4:_="">
    <xsd:import namespace="a2c7fd72-0e44-4982-b830-95c31bbca34d"/>
    <xsd:import namespace="b58096e5-f163-4679-9419-a96bfe444aa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7fd72-0e44-4982-b830-95c31bbca34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8096e5-f163-4679-9419-a96bfe444a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C56DC5-A29F-4C59-933A-F4533B5A0E14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b58096e5-f163-4679-9419-a96bfe444aa3"/>
    <ds:schemaRef ds:uri="http://purl.org/dc/elements/1.1/"/>
    <ds:schemaRef ds:uri="http://purl.org/dc/terms/"/>
    <ds:schemaRef ds:uri="http://purl.org/dc/dcmitype/"/>
    <ds:schemaRef ds:uri="a2c7fd72-0e44-4982-b830-95c31bbca34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ABEF9B3-E2EC-4A51-BCE4-2B16174DD0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C66D88-E5E3-4E4D-B0F8-FDBF715C57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c7fd72-0e44-4982-b830-95c31bbca34d"/>
    <ds:schemaRef ds:uri="b58096e5-f163-4679-9419-a96bfe444a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EDIT Academy 2025 technology Slidedeck</Template>
  <TotalTime>157</TotalTime>
  <Words>272</Words>
  <Application>Microsoft Office PowerPoint</Application>
  <PresentationFormat>On-screen Show (16:9)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-apple-system</vt:lpstr>
      <vt:lpstr>Aptos</vt:lpstr>
      <vt:lpstr>Aptos Display</vt:lpstr>
      <vt:lpstr>Arial</vt:lpstr>
      <vt:lpstr>BBC Reith Sans</vt:lpstr>
      <vt:lpstr>BBC Reith Sans Medium</vt:lpstr>
      <vt:lpstr>Calibri</vt:lpstr>
      <vt:lpstr>Söhne</vt:lpstr>
      <vt:lpstr>Wingdings</vt:lpstr>
      <vt:lpstr>EDIT Academy 2025 technology Slidedeck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jim.downie@bbc.co.uk</dc:creator>
  <cp:lastModifiedBy>Jim Downie</cp:lastModifiedBy>
  <cp:revision>26</cp:revision>
  <dcterms:created xsi:type="dcterms:W3CDTF">2018-11-14T10:26:35Z</dcterms:created>
  <dcterms:modified xsi:type="dcterms:W3CDTF">2026-04-27T10:27:57Z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0x01010013627E55CBB6724AAE06283BCF60731F</vt:lpwstr>
  </property>
</Properties>
</file>